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926080" cy="2926080"/>
          </a:xfrm>
          <a:prstGeom prst="ellipse">
            <a:avLst/>
          </a:prstGeom>
          <a:solidFill>
            <a:srgbClr val="0D3B6E">
              <a:alpha val="45000"/>
            </a:srgbClr>
          </a:solidFill>
          <a:ln w="12700">
            <a:solidFill>
              <a:srgbClr val="0D3B6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-548640"/>
            <a:ext cx="2286000" cy="2286000"/>
          </a:xfrm>
          <a:prstGeom prst="ellipse">
            <a:avLst/>
          </a:prstGeom>
          <a:solidFill>
            <a:srgbClr val="2E86DE">
              <a:alpha val="35000"/>
            </a:srgbClr>
          </a:solidFill>
          <a:ln w="12700">
            <a:solidFill>
              <a:srgbClr val="2E86DE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1887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MedBot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28600" y="21945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Chatbot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3090672"/>
            <a:ext cx="3200400" cy="27432"/>
          </a:xfrm>
          <a:prstGeom prst="rect">
            <a:avLst/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CS-602  |  Artificial Intelligence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60520" y="1280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60520" y="153619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Faisal Hafeez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160520" y="1993392"/>
            <a:ext cx="4572000" cy="18288"/>
          </a:xfrm>
          <a:prstGeom prst="rect">
            <a:avLst/>
          </a:prstGeom>
          <a:solidFill>
            <a:srgbClr val="C5D9F0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21214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237744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Nasir Amin Khan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160520" y="270662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Numair Iqbal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160520" y="3127248"/>
            <a:ext cx="4572000" cy="18288"/>
          </a:xfrm>
          <a:prstGeom prst="rect">
            <a:avLst/>
          </a:prstGeom>
          <a:solidFill>
            <a:srgbClr val="C5D9F0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32461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60520" y="349300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Chatbot (MedBot)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160520" y="3950208"/>
            <a:ext cx="4572000" cy="18288"/>
          </a:xfrm>
          <a:prstGeom prst="rect">
            <a:avLst/>
          </a:prstGeom>
          <a:solidFill>
            <a:srgbClr val="C5D9F0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4069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  |  CS-602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52060"/>
            <a:ext cx="54864" cy="9144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96112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896112"/>
            <a:ext cx="45720" cy="35661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MedBot?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444752"/>
            <a:ext cx="36118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MedBot is an AI-powered Medical Chatbot that works like a virtual doctor's assistant.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 ONLY medical and health-related questions — all other topics are automatically blocked.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quick, reliable, 24/7 health guidance.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896112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896112"/>
            <a:ext cx="45720" cy="35661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896112"/>
            <a:ext cx="45720" cy="35661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MedBot?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1444752"/>
            <a:ext cx="3611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awareness is critical in Pakistan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appointments are costly &amp; slow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need instant, trustworthy answers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bridge the healthcare gap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Step 1: Blocked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52060"/>
            <a:ext cx="54864" cy="9144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96112"/>
            <a:ext cx="832104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961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NON-MEDICAL QUESTIONS  —  These will be BLOCKED by MedBot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8321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508760"/>
            <a:ext cx="4572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1572768"/>
            <a:ext cx="868680" cy="256032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1627632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Artificial Intelligence?"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2788920"/>
            <a:ext cx="8321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788920"/>
            <a:ext cx="4572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2852928"/>
            <a:ext cx="868680" cy="256032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907792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Compiler?"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1480" y="4160520"/>
            <a:ext cx="8321040" cy="640080"/>
          </a:xfrm>
          <a:prstGeom prst="rect">
            <a:avLst/>
          </a:prstGeom>
          <a:solidFill>
            <a:srgbClr val="D6E6F7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605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"Sir, as you can see — non-medical questions are blocked by MedBot."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Step 2: Answered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52060"/>
            <a:ext cx="54864" cy="9144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96112"/>
            <a:ext cx="832104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961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QUESTIONS  —  These will be ANSWERED in detail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8321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508760"/>
            <a:ext cx="45720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572768"/>
            <a:ext cx="1005840" cy="256032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1627632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medicine is used for allergy?"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2788920"/>
            <a:ext cx="8321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788920"/>
            <a:ext cx="45720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2852928"/>
            <a:ext cx="1005840" cy="256032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907792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medicines are used for blood pressure?"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1480" y="4160520"/>
            <a:ext cx="8321040" cy="640080"/>
          </a:xfrm>
          <a:prstGeom prst="rect">
            <a:avLst/>
          </a:prstGeom>
          <a:solidFill>
            <a:srgbClr val="D6E6F7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605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"Sir, medical questions are answered in complete detail by MedBot."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52060"/>
            <a:ext cx="54864" cy="9144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32688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932688"/>
            <a:ext cx="502920" cy="71323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3268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9875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 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29844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server-side logic with Flask framework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737360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737360"/>
            <a:ext cx="502920" cy="71323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7373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17922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 —  LLaMA 3.3 70B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1031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for natural language understanding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542032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542032"/>
            <a:ext cx="502920" cy="71323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54203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25968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Chat History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29077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even after closing the laptop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346704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346704"/>
            <a:ext cx="502920" cy="71323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34670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1560" y="34015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ChatGPT-like Interface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371246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Sidebar, search, copy, like &amp; dislike buttons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4151376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4151376"/>
            <a:ext cx="502920" cy="71323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15137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1560" y="4206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 Urdu Support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" y="451713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can respond fluently in Roman Urdu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52060"/>
            <a:ext cx="54864" cy="9144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601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1920240" cy="7315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2471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502920" y="1947672"/>
            <a:ext cx="1554480" cy="18288"/>
          </a:xfrm>
          <a:prstGeom prst="rect">
            <a:avLst/>
          </a:prstGeom>
          <a:solidFill>
            <a:srgbClr val="C5D9F0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391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24/7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9601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960120"/>
            <a:ext cx="1920240" cy="7315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12471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2651760" y="1947672"/>
            <a:ext cx="1554480" cy="18288"/>
          </a:xfrm>
          <a:prstGeom prst="rect">
            <a:avLst/>
          </a:prstGeom>
          <a:solidFill>
            <a:srgbClr val="C5D9F0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20391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Free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9601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960120"/>
            <a:ext cx="1920240" cy="7315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12471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200" dirty="0"/>
          </a:p>
        </p:txBody>
      </p:sp>
      <p:sp>
        <p:nvSpPr>
          <p:cNvPr id="20" name="Shape 18"/>
          <p:cNvSpPr/>
          <p:nvPr/>
        </p:nvSpPr>
        <p:spPr>
          <a:xfrm>
            <a:off x="4800600" y="1947672"/>
            <a:ext cx="1554480" cy="18288"/>
          </a:xfrm>
          <a:prstGeom prst="rect">
            <a:avLst/>
          </a:prstGeom>
          <a:solidFill>
            <a:srgbClr val="C5D9F0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0391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Answers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6560" y="9601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960120"/>
            <a:ext cx="1920240" cy="7315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12471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200" dirty="0"/>
          </a:p>
        </p:txBody>
      </p:sp>
      <p:sp>
        <p:nvSpPr>
          <p:cNvPr id="25" name="Shape 23"/>
          <p:cNvSpPr/>
          <p:nvPr/>
        </p:nvSpPr>
        <p:spPr>
          <a:xfrm>
            <a:off x="6949440" y="1947672"/>
            <a:ext cx="1554480" cy="18288"/>
          </a:xfrm>
          <a:prstGeom prst="rect">
            <a:avLst/>
          </a:prstGeom>
          <a:solidFill>
            <a:srgbClr val="C5D9F0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20391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Doctor Wait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283464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834640"/>
            <a:ext cx="1920240" cy="7315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99923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200" dirty="0"/>
          </a:p>
        </p:txBody>
      </p:sp>
      <p:sp>
        <p:nvSpPr>
          <p:cNvPr id="30" name="Shape 28"/>
          <p:cNvSpPr/>
          <p:nvPr/>
        </p:nvSpPr>
        <p:spPr>
          <a:xfrm>
            <a:off x="502920" y="3822192"/>
            <a:ext cx="1554480" cy="18288"/>
          </a:xfrm>
          <a:prstGeom prst="rect">
            <a:avLst/>
          </a:prstGeom>
          <a:solidFill>
            <a:srgbClr val="C5D9F0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13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1122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468880" y="283464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468880" y="2834640"/>
            <a:ext cx="1920240" cy="7315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0" y="299923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200" dirty="0"/>
          </a:p>
        </p:txBody>
      </p:sp>
      <p:sp>
        <p:nvSpPr>
          <p:cNvPr id="35" name="Shape 33"/>
          <p:cNvSpPr/>
          <p:nvPr/>
        </p:nvSpPr>
        <p:spPr>
          <a:xfrm>
            <a:off x="2651760" y="3822192"/>
            <a:ext cx="1554480" cy="18288"/>
          </a:xfrm>
          <a:prstGeom prst="rect">
            <a:avLst/>
          </a:prstGeom>
          <a:solidFill>
            <a:srgbClr val="C5D9F0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14600" y="3913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 Urdu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17720" y="283464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17720" y="2834640"/>
            <a:ext cx="1920240" cy="7315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299923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4200" dirty="0"/>
          </a:p>
        </p:txBody>
      </p:sp>
      <p:sp>
        <p:nvSpPr>
          <p:cNvPr id="40" name="Shape 38"/>
          <p:cNvSpPr/>
          <p:nvPr/>
        </p:nvSpPr>
        <p:spPr>
          <a:xfrm>
            <a:off x="4800600" y="3822192"/>
            <a:ext cx="1554480" cy="18288"/>
          </a:xfrm>
          <a:prstGeom prst="rect">
            <a:avLst/>
          </a:prstGeom>
          <a:solidFill>
            <a:srgbClr val="C5D9F0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913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Free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52060"/>
            <a:ext cx="54864" cy="9144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960120"/>
            <a:ext cx="2606040" cy="731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124712"/>
            <a:ext cx="384048" cy="384048"/>
          </a:xfrm>
          <a:prstGeom prst="ellipse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61848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2057400"/>
            <a:ext cx="2057400" cy="18288"/>
          </a:xfrm>
          <a:prstGeom prst="rect">
            <a:avLst/>
          </a:prstGeom>
          <a:solidFill>
            <a:srgbClr val="C5D9F0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488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9601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960120"/>
            <a:ext cx="2606040" cy="731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124712"/>
            <a:ext cx="384048" cy="384048"/>
          </a:xfrm>
          <a:prstGeom prst="ellipse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161848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520440" y="2057400"/>
            <a:ext cx="2057400" cy="18288"/>
          </a:xfrm>
          <a:prstGeom prst="rect">
            <a:avLst/>
          </a:prstGeom>
          <a:solidFill>
            <a:srgbClr val="C5D9F0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1488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 / Backend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9601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960120"/>
            <a:ext cx="2606040" cy="731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124712"/>
            <a:ext cx="384048" cy="384048"/>
          </a:xfrm>
          <a:prstGeom prst="ellipse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161848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355080" y="2057400"/>
            <a:ext cx="2057400" cy="18288"/>
          </a:xfrm>
          <a:prstGeom prst="rect">
            <a:avLst/>
          </a:prstGeom>
          <a:solidFill>
            <a:srgbClr val="C5D9F0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1488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Layer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28346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2834640"/>
            <a:ext cx="2606040" cy="731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2999232"/>
            <a:ext cx="384048" cy="384048"/>
          </a:xfrm>
          <a:prstGeom prst="ellipse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34930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85800" y="3931920"/>
            <a:ext cx="2057400" cy="18288"/>
          </a:xfrm>
          <a:prstGeom prst="rect">
            <a:avLst/>
          </a:prstGeom>
          <a:solidFill>
            <a:srgbClr val="C5D9F0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0233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46120" y="28346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46120" y="2834640"/>
            <a:ext cx="2606040" cy="731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3280" y="2999232"/>
            <a:ext cx="384048" cy="384048"/>
          </a:xfrm>
          <a:prstGeom prst="ellipse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337560" y="34930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520440" y="3931920"/>
            <a:ext cx="2057400" cy="18288"/>
          </a:xfrm>
          <a:prstGeom prst="rect">
            <a:avLst/>
          </a:prstGeom>
          <a:solidFill>
            <a:srgbClr val="C5D9F0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40233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Interface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080760" y="28346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80760" y="2834640"/>
            <a:ext cx="2606040" cy="731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7920" y="2999232"/>
            <a:ext cx="384048" cy="384048"/>
          </a:xfrm>
          <a:prstGeom prst="ellipse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72200" y="34930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355080" y="3931920"/>
            <a:ext cx="2057400" cy="18288"/>
          </a:xfrm>
          <a:prstGeom prst="rect">
            <a:avLst/>
          </a:prstGeom>
          <a:solidFill>
            <a:srgbClr val="C5D9F0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40233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Storage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Questions &amp; Answers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52060"/>
            <a:ext cx="54864" cy="9144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3268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932688"/>
            <a:ext cx="4206240" cy="420624"/>
          </a:xfrm>
          <a:prstGeom prst="rect">
            <a:avLst/>
          </a:prstGeom>
          <a:solidFill>
            <a:srgbClr val="F4F7FB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932688"/>
            <a:ext cx="45720" cy="42062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98755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AI used?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42646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+ LLaMA 3.3 70B — a Large Language Model that understands natural language.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93268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932688"/>
            <a:ext cx="4206240" cy="420624"/>
          </a:xfrm>
          <a:prstGeom prst="rect">
            <a:avLst/>
          </a:prstGeom>
          <a:solidFill>
            <a:srgbClr val="F4F7FB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932688"/>
            <a:ext cx="45720" cy="42062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98755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only medical?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42646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Single-purpose focus. Health awareness is vital in Pakistan.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30428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304288"/>
            <a:ext cx="4206240" cy="420624"/>
          </a:xfrm>
          <a:prstGeom prst="rect">
            <a:avLst/>
          </a:prstGeom>
          <a:solidFill>
            <a:srgbClr val="F4F7FB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304288"/>
            <a:ext cx="45720" cy="42062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35915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used?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279806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 for now. Can be upgraded to a proper DB in future.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30428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304288"/>
            <a:ext cx="4206240" cy="420624"/>
          </a:xfrm>
          <a:prstGeom prst="rect">
            <a:avLst/>
          </a:prstGeom>
          <a:solidFill>
            <a:srgbClr val="F4F7FB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304288"/>
            <a:ext cx="45720" cy="42062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35915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internet?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279806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like ChatGPT, it connects to an AI server.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367588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3675888"/>
            <a:ext cx="4206240" cy="420624"/>
          </a:xfrm>
          <a:prstGeom prst="rect">
            <a:avLst/>
          </a:prstGeom>
          <a:solidFill>
            <a:srgbClr val="F4F7FB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675888"/>
            <a:ext cx="45720" cy="42062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3075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tech?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416966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and JavaScript.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67588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675888"/>
            <a:ext cx="4206240" cy="420624"/>
          </a:xfrm>
          <a:prstGeom prst="rect">
            <a:avLst/>
          </a:prstGeom>
          <a:solidFill>
            <a:srgbClr val="F4F7FB"/>
          </a:solidFill>
          <a:ln w="12700">
            <a:solidFill>
              <a:srgbClr val="C5D9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675888"/>
            <a:ext cx="45720" cy="42062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73075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it running?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83480" y="416966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Localhost. Can be deployed on Render or Heroku.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3657600" cy="505206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3108960" cy="27432"/>
          </a:xfrm>
          <a:prstGeom prst="rect">
            <a:avLst/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"Sir, this project is a practical example of using Artificial Intelligence in real life. I hope you liked it."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30175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Python + Flask Backend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336499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LLaMA 3.3 70B via Groq 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71246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Medical-Only Filter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05993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ChatGPT-style UI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4074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Roman Urdu Support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4617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977640" y="3200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977640" y="822960"/>
            <a:ext cx="4846320" cy="27432"/>
          </a:xfrm>
          <a:prstGeom prst="rect">
            <a:avLst/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77640" y="1005840"/>
            <a:ext cx="4846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0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Technology: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0972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1645920"/>
            <a:ext cx="4846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0" y="1737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Provider: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737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(Free)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977640" y="2286000"/>
            <a:ext cx="4846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0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2377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977640" y="2926080"/>
            <a:ext cx="4846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0" y="3017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30175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977640" y="3566160"/>
            <a:ext cx="4846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114800" y="36576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36576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(upgradeable)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977640" y="4206240"/>
            <a:ext cx="4846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0"/>
            </a:solidFill>
            <a:prstDash val="solid"/>
          </a:ln>
          <a:effectLst>
            <a:outerShdw sx="100000" sy="100000" kx="0" ky="0" algn="bl" rotWithShape="0" blurRad="76200" dist="25400" dir="8100000">
              <a:srgbClr val="B0C4DE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14800" y="42976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4297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Heroku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52060"/>
            <a:ext cx="54864" cy="9144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2026-06-03T04:12:17Z</dcterms:created>
  <dcterms:modified xsi:type="dcterms:W3CDTF">2026-06-03T04:12:17Z</dcterms:modified>
</cp:coreProperties>
</file>